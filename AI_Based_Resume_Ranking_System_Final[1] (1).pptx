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w3psf3OdKdMtzdkSfC10amfKz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2D8600-BACD-4A83-9666-D976516A78F1}">
  <a:tblStyle styleId="{7A2D8600-BACD-4A83-9666-D976516A78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92480" y="30374"/>
            <a:ext cx="84770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Based Resume Ranking System for Efficient Candidate Shortlisting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1470290" y="1366283"/>
            <a:ext cx="6829425" cy="2797237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3725"/>
                </a:srgbClr>
              </a:gs>
              <a:gs pos="51000">
                <a:schemeClr val="lt1"/>
              </a:gs>
              <a:gs pos="94000">
                <a:srgbClr val="FFFFFF">
                  <a:alpha val="33725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in the partial fulfillment for the award of the degree of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BACHELOR OF ENGINEERING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NAME_OF_SPECIALIZED_BRANCH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25943" y="4163520"/>
            <a:ext cx="173528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544445" y="4163520"/>
            <a:ext cx="29090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Supervision of: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Ranjan Walia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" name="Google Shape;88;p1"/>
          <p:cNvGraphicFramePr/>
          <p:nvPr/>
        </p:nvGraphicFramePr>
        <p:xfrm>
          <a:off x="925943" y="46457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{7A2D8600-BACD-4A83-9666-D976516A78F1}</a:tableStyleId>
              </a:tblPr>
              <a:tblGrid>
                <a:gridCol w="1917950"/>
                <a:gridCol w="1896025"/>
              </a:tblGrid>
              <a:tr h="28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Lakshay Bhardwaj 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22BAI70057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Yudhistir Kumar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22BAI70012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Mohit Sahni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22BAI70006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Rounak Singh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22BAI70119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9" name="Google Shape;89;p1"/>
          <p:cNvSpPr txBox="1"/>
          <p:nvPr/>
        </p:nvSpPr>
        <p:spPr>
          <a:xfrm>
            <a:off x="5379" y="6361515"/>
            <a:ext cx="506036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b="0" sz="16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124209" y="6361515"/>
            <a:ext cx="36038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b="1" lang="en-US" sz="20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b="1" lang="en-US" sz="2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b="1" sz="12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Introduction to Project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Problem Formulation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Objectives of the Work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Methodology Used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Results and Outputs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Conclusion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Future Scope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References</a:t>
            </a:r>
            <a:endParaRPr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Project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Recruitment is a vital process but manual resume screening is time-consuming, error-prone, and biased.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proposes an AI-based Resume Ranking System using NLP and Machine Learning.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extracts skills, education, and work experience from resumes.</a:t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Project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Resumes are matched against job descriptions to calculate a relevance score.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recruiters shortlist candidates efficiently, objectively, and fairly.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practical application of AI &amp; ML in HR automation.</a:t>
            </a:r>
            <a:endParaRPr/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Formulation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recruitment involves manual shortlisting which is inefficient for large-scale hiring.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Recruiters face challenges: large applicant pool, bias and inconsistency, time and cost inefficiency.</a:t>
            </a:r>
            <a:endParaRPr/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Formulation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Need: An automated, intelligent system that can analyze resumes, understand job requirements,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generate ranked lists of suitable candidates.</a:t>
            </a:r>
            <a:endParaRPr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 of the Work</a:t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Develop an AI-based model that ranks resumes against job descriptions.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 NLP techniques for extracting and processing textual features.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Compute semantic similarity between resumes and job requirements.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Generate an automated, unbiased, and efficient shortlisting process.</a:t>
            </a:r>
            <a:endParaRPr/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 Used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Data Collection – Resumes and Job Descriptions dataset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Preprocessing – Tokenization, stopword removal, stemming/lemmatization</a:t>
            </a:r>
            <a:endParaRPr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 Used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Feature Extraction – TF-IDF, Word2Vec, Transformer embeddings (BERT)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Model Training – Logistic Regression, SVM, Ranking models</a:t>
            </a:r>
            <a:endParaRPr/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 Used</a:t>
            </a:r>
            <a:endParaRPr/>
          </a:p>
        </p:txBody>
      </p:sp>
      <p:sp>
        <p:nvSpPr>
          <p:cNvPr id="153" name="Google Shape;15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Step 5: Resume Ranking – Calculate relevance score and sort resumes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Step 6: Evaluation – Precision, Recall, Accuracy, F1-score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Include flowchart/DFD in this section.</a:t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610949" y="4526280"/>
            <a:ext cx="1828800" cy="73152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2593498" y="4526280"/>
            <a:ext cx="1828800" cy="73152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4572000" y="4526280"/>
            <a:ext cx="1828800" cy="73152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6550502" y="4526280"/>
            <a:ext cx="1828800" cy="73152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610949" y="5394643"/>
            <a:ext cx="1828800" cy="73152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Resume Ranking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2593498" y="5394643"/>
            <a:ext cx="1828800" cy="73152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/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and Outputs</a:t>
            </a:r>
            <a:endParaRPr/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Resume Parsing Output: Extracted skills, education, and experience.</a:t>
            </a:r>
            <a:endParaRPr/>
          </a:p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and Outputs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Ranking Table: Candidates ranked based on job description relevance.</a:t>
            </a:r>
            <a:endParaRPr/>
          </a:p>
        </p:txBody>
      </p:sp>
      <p:graphicFrame>
        <p:nvGraphicFramePr>
          <p:cNvPr id="174" name="Google Shape;174;p12"/>
          <p:cNvGraphicFramePr/>
          <p:nvPr/>
        </p:nvGraphicFramePr>
        <p:xfrm>
          <a:off x="1764062" y="31902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{7A2D8600-BACD-4A83-9666-D976516A78F1}</a:tableStyleId>
              </a:tblPr>
              <a:tblGrid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Candidate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Relevance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Alice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0.87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Charlie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75" name="Google Shape;1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and Outputs</a:t>
            </a:r>
            <a:endParaRPr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Performance Metrics: Accuracy, Precision, Recall, F1-score.</a:t>
            </a:r>
            <a:endParaRPr/>
          </a:p>
        </p:txBody>
      </p:sp>
      <p:pic>
        <p:nvPicPr>
          <p:cNvPr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468" y="3270875"/>
            <a:ext cx="7942332" cy="241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and Outputs</a:t>
            </a: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457200" y="1600201"/>
            <a:ext cx="810417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Graphs/Visualizations: Include bar chart/confusion matrix placeholders.</a:t>
            </a:r>
            <a:endParaRPr/>
          </a:p>
        </p:txBody>
      </p:sp>
      <p:pic>
        <p:nvPicPr>
          <p:cNvPr id="190" name="Google Shape;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657548"/>
            <a:ext cx="9144000" cy="420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97" name="Google Shape;1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Developed an AI-based Resume Ranking System for efficient candidate shortlisting.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Reduces time, effort, and human bias in recruitment.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Improves accuracy and fairness of candidate evaluation.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Demonstrates practical application of NLP and ML in HR automation.</a:t>
            </a:r>
            <a:endParaRPr/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204" name="Google Shape;20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Integration with ATS (Applicant Tracking Systems) for industry deployment.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 of advanced transformer models (BERT, RoBERTa, GPT) for better semantic matching.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Addition of multi-language resume processing.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Support for real-time resume screening in job portals.</a:t>
            </a:r>
            <a:endParaRPr/>
          </a:p>
        </p:txBody>
      </p:sp>
      <p:pic>
        <p:nvPicPr>
          <p:cNvPr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Mikolov, T., et al., “Efficient Estimation of Word Representations in Vector Space,” arXiv, 2013.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Devlin, J., et al., “BERT: Pre-training of Deep Bidirectional Transformers for Language Understanding,” NAACL, 2019.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Jurafsky, D., Martin, J. H., Speech and Language Processing, Pearson, 2021.</a:t>
            </a:r>
            <a:endParaRPr/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Scikit-learn documentation: https://scikit-learn.org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HuggingFace Transformers: https://huggingface.co/transformers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Python NLP Libraries Documentation (NLTK, spaCy)</a:t>
            </a:r>
            <a:endParaRPr/>
          </a:p>
        </p:txBody>
      </p:sp>
      <p:pic>
        <p:nvPicPr>
          <p:cNvPr id="219" name="Google Shape;2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34" y="187096"/>
            <a:ext cx="603633" cy="97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Lakshay Bhardwaj</dc:creator>
</cp:coreProperties>
</file>